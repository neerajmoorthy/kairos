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006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Mid Project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KAIROS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77240" y="2697480"/>
            <a:ext cx="128016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834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Knowledge Acquisition, Indexing, Ranking &amp; Optimized Scheduling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algorithm-driven academic productivity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10607040" cy="2331720"/>
          </a:xfrm>
          <a:prstGeom prst="roundRect">
            <a:avLst>
              <a:gd name="adj" fmla="val 3529"/>
            </a:avLst>
          </a:prstGeom>
          <a:solidFill>
            <a:srgbClr val="1D1E2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1051560" y="4279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GROUP  [ Group No. 16 ]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46817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Surya Charan ] — [ Roll No. CB.AI.U4AID25009 ]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50657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Moorthy Neeraj ] — [ Roll No. CB.AI.U4AID25031 ]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544982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Sai Srikar ] — [ Roll No. CB.AI.U4AID25006 ]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58338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 Sai Sathwik ] — [ Roll No. CB.AI.U4AID25041 ]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4279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COURSE / GUIDE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</a:t>
            </a:r>
            <a:r>
              <a:rPr lang="en-IN" sz="1400" dirty="0">
                <a:solidFill>
                  <a:schemeClr val="bg1"/>
                </a:solidFill>
              </a:rPr>
              <a:t>23AID204 -- Advanced Data Structures &amp; Algorithm Analysis </a:t>
            </a: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5349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Guide: [ Dr Ardra P S ]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5760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Department of [ School of AI 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MOTIVATION &amp;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Studying is hard to plan — even when the material already exists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4F3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3520440" cy="566928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Students juggle multiple deadlines, scattered notes across folders, and no clear sense of what to study first or how much time it actually needs.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4F3F8"/>
          </a:solidFill>
          <a:ln/>
        </p:spPr>
      </p:sp>
      <p:sp>
        <p:nvSpPr>
          <p:cNvPr id="9" name="Shape 7"/>
          <p:cNvSpPr/>
          <p:nvPr/>
        </p:nvSpPr>
        <p:spPr>
          <a:xfrm>
            <a:off x="4251960" y="1508760"/>
            <a:ext cx="3520440" cy="566928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15087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What's missing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Existing planners generate a schedule but treat it as a black box — no visibility into why a plan looks the way it does, and no adaptation when a student is clearly struggling with a specific concept.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50876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4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1508760"/>
            <a:ext cx="3520440" cy="566928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150876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angle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8388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the planner on top of real, inspectable data structures and algorithms, so every decision — ranking, prioritizing, scheduling — can be shown and measured, not just claimed.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D6C60887-CBC4-40E6-9AE9-F4E6E7BFB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4917" y="-284922"/>
            <a:ext cx="13205055" cy="7427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CD1474-9143-1F80-97D6-703C96CBFB4C}"/>
              </a:ext>
            </a:extLst>
          </p:cNvPr>
          <p:cNvSpPr txBox="1"/>
          <p:nvPr/>
        </p:nvSpPr>
        <p:spPr>
          <a:xfrm>
            <a:off x="189781" y="586596"/>
            <a:ext cx="8635042" cy="6901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64FE2-5789-DF96-D2C6-2DBA7C8E7DED}"/>
              </a:ext>
            </a:extLst>
          </p:cNvPr>
          <p:cNvSpPr txBox="1"/>
          <p:nvPr/>
        </p:nvSpPr>
        <p:spPr>
          <a:xfrm>
            <a:off x="342180" y="5293743"/>
            <a:ext cx="12916619" cy="20387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72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RESEARCH GAP / NOVELTY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existing tools don't 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98480" cy="896112"/>
          </a:xfrm>
          <a:prstGeom prst="roundRect">
            <a:avLst>
              <a:gd name="adj" fmla="val 8163"/>
            </a:avLst>
          </a:prstGeom>
          <a:solidFill>
            <a:srgbClr val="1D1E2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28216"/>
            <a:ext cx="274320" cy="274320"/>
          </a:xfrm>
          <a:prstGeom prst="ellipse">
            <a:avLst/>
          </a:prstGeom>
          <a:solidFill>
            <a:srgbClr val="00D2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28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3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Algorithm-first, not AI-black-box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508760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Most planners hide their logic behind an LLM call. Kairos makes the data structures themselves the computational core — inspectable and measurable.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10698480" cy="896112"/>
          </a:xfrm>
          <a:prstGeom prst="roundRect">
            <a:avLst>
              <a:gd name="adj" fmla="val 8163"/>
            </a:avLst>
          </a:prstGeom>
          <a:solidFill>
            <a:srgbClr val="1D1E29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15768"/>
            <a:ext cx="274320" cy="274320"/>
          </a:xfrm>
          <a:prstGeom prst="ellipse">
            <a:avLst/>
          </a:prstGeom>
          <a:solidFill>
            <a:srgbClr val="00D2A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3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49631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 resource intelligence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2496312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Instead of only asking "what should I study?", it asks what already exists on your own machine that helps this specific task.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10698480" cy="896112"/>
          </a:xfrm>
          <a:prstGeom prst="roundRect">
            <a:avLst>
              <a:gd name="adj" fmla="val 8163"/>
            </a:avLst>
          </a:prstGeom>
          <a:solidFill>
            <a:srgbClr val="1D1E2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703320"/>
            <a:ext cx="274320" cy="274320"/>
          </a:xfrm>
          <a:prstGeom prst="ellipse">
            <a:avLst/>
          </a:prstGeom>
          <a:solidFill>
            <a:srgbClr val="00D2A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3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348386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Algorithmic resource retrieval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3483864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defined pipeline — Trie → Hash Index → Relevance Scoring → Heap → Top-K — replaces generic keyword search.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10698480" cy="896112"/>
          </a:xfrm>
          <a:prstGeom prst="roundRect">
            <a:avLst>
              <a:gd name="adj" fmla="val 8163"/>
            </a:avLst>
          </a:prstGeom>
          <a:solidFill>
            <a:srgbClr val="1D1E29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690872"/>
            <a:ext cx="274320" cy="274320"/>
          </a:xfrm>
          <a:prstGeom prst="ellipse">
            <a:avLst/>
          </a:prstGeom>
          <a:solidFill>
            <a:srgbClr val="00D2A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90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3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447141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Adaptive scheduling + learning together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4471416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weak concept doesn't just get flagged — it reshapes the schedule and the reminders in the same pass.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0698480" cy="896112"/>
          </a:xfrm>
          <a:prstGeom prst="roundRect">
            <a:avLst>
              <a:gd name="adj" fmla="val 8163"/>
            </a:avLst>
          </a:prstGeom>
          <a:solidFill>
            <a:srgbClr val="1D1E29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678424"/>
            <a:ext cx="274320" cy="274320"/>
          </a:xfrm>
          <a:prstGeom prst="ellipse">
            <a:avLst/>
          </a:prstGeom>
          <a:solidFill>
            <a:srgbClr val="00D2A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678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3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54589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Built-in Algorithm Lab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5458968"/>
            <a:ext cx="6446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Performance claims ("Hash Table is faster") are benchmarked live on the actual dataset, not asserted.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system sets out to 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73936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15568" y="1508760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 assignments, projects, deadlines &amp; academic tasks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1508760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9" name="Shape 7"/>
          <p:cNvSpPr/>
          <p:nvPr/>
        </p:nvSpPr>
        <p:spPr>
          <a:xfrm>
            <a:off x="6153912" y="1773936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6153912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56248" y="1508760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Analyze topic, deadline, priority &amp; estimated workload per task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41448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2706624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15568" y="2441448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 and search local study resources (Trie + Hash Table)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2441448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153912" y="2706624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8" name="Text 16"/>
          <p:cNvSpPr/>
          <p:nvPr/>
        </p:nvSpPr>
        <p:spPr>
          <a:xfrm>
            <a:off x="6153912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56248" y="2441448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Retrieve supplementary web-based educational resources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74136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3639312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15568" y="3374136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Organize tasks by deadline via a self-balancing AVL Tree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3374136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153912" y="3639312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6" name="Text 24"/>
          <p:cNvSpPr/>
          <p:nvPr/>
        </p:nvSpPr>
        <p:spPr>
          <a:xfrm>
            <a:off x="6153912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56248" y="3374136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Prioritize tasks &amp; rank resources via Binary Heap + Heapsort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306824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572000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15568" y="4306824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Compare Greedy, DP, Backtracking &amp; Branch-and-Bound scheduling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9320" y="4306824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153912" y="4572000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4" name="Text 32"/>
          <p:cNvSpPr/>
          <p:nvPr/>
        </p:nvSpPr>
        <p:spPr>
          <a:xfrm>
            <a:off x="6153912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556248" y="4306824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 the learning plan to tracked progress &amp; weak concepts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239512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" y="5504688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5504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15568" y="5239512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 workload- and deadline-aware reminders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89320" y="5239512"/>
            <a:ext cx="5257800" cy="804672"/>
          </a:xfrm>
          <a:prstGeom prst="roundRect">
            <a:avLst>
              <a:gd name="adj" fmla="val 7955"/>
            </a:avLst>
          </a:prstGeom>
          <a:solidFill>
            <a:srgbClr val="F4F3F8"/>
          </a:solidFill>
          <a:ln/>
        </p:spPr>
      </p:sp>
      <p:sp>
        <p:nvSpPr>
          <p:cNvPr id="41" name="Shape 39"/>
          <p:cNvSpPr/>
          <p:nvPr/>
        </p:nvSpPr>
        <p:spPr>
          <a:xfrm>
            <a:off x="6153912" y="5504688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2" name="Text 40"/>
          <p:cNvSpPr/>
          <p:nvPr/>
        </p:nvSpPr>
        <p:spPr>
          <a:xfrm>
            <a:off x="6153912" y="5504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556248" y="5239512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Provide measurable, benchmarked evidence via an Algorithm Lab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WORKFLOW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pipeline, seven structures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D1E29"/>
          </a:solidFill>
          <a:ln w="15875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Analyzer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urgency formula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11680" y="26700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94560" y="228600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D1E29"/>
          </a:solidFill>
          <a:ln w="15875">
            <a:solidFill>
              <a:srgbClr val="00D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AVL Tree +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Hash Table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49424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store &amp; order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0" y="26700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0" y="228600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D1E29"/>
          </a:solidFill>
          <a:ln w="15875">
            <a:solidFill>
              <a:srgbClr val="00D2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95344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Binary Heap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95344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priority queue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26700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0" y="228600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D1E29"/>
          </a:solidFill>
          <a:ln w="15875">
            <a:solidFill>
              <a:srgbClr val="6C5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1264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541264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resource search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49440" y="26700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32320" y="228600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D1E29"/>
          </a:solidFill>
          <a:ln w="15875">
            <a:solidFill>
              <a:srgbClr val="6C5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7184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Heapsort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87184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ranking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26700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778240" y="228600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D1E29"/>
          </a:solidFill>
          <a:ln w="15875">
            <a:solidFill>
              <a:srgbClr val="FF7A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33104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Scheduler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833104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Greedy·DP·BT·B&amp;B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241280" y="26700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424160" y="228600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D1E29"/>
          </a:solidFill>
          <a:ln w="15875">
            <a:solidFill>
              <a:srgbClr val="FF7A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79024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Adaptive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479024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weak-area shift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3886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created → analyzed for urgency → inserted into AVL (by deadline), hash table (by id), heap (by urgency) → resources ranked → schedule optimized → plan adapts to weak areas.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61772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D1E29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 FLOW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5074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Create task  →  System indexes local + web resources  →  Ranked workspace assembled  →  Study plan generated  →  Progress logged  →  Plan &amp; reminders adapt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DETAILS — DATA STRUCTURES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Hand-built, not borrowed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6916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463040"/>
            <a:ext cx="67208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05256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COMPLEXITY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691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AVL Tree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86000" y="1828800"/>
            <a:ext cx="67208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52560" y="1828800"/>
            <a:ext cx="20116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O(log 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10515600" cy="777240"/>
          </a:xfrm>
          <a:prstGeom prst="rect">
            <a:avLst/>
          </a:prstGeom>
          <a:solidFill>
            <a:srgbClr val="F4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06040"/>
            <a:ext cx="1691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Hash Table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286000" y="2606040"/>
            <a:ext cx="67208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2606040"/>
            <a:ext cx="20116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O(1) avg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1691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286000" y="3383280"/>
            <a:ext cx="67208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52560" y="3383280"/>
            <a:ext cx="20116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O(m + k)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0515600" cy="777240"/>
          </a:xfrm>
          <a:prstGeom prst="rect">
            <a:avLst/>
          </a:prstGeom>
          <a:solidFill>
            <a:srgbClr val="F4F3F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60520"/>
            <a:ext cx="1691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Binary Max-Heap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286000" y="4160520"/>
            <a:ext cx="67208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52560" y="4160520"/>
            <a:ext cx="20116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O(log 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1691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Heapsort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286000" y="4937760"/>
            <a:ext cx="67208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52560" y="4937760"/>
            <a:ext cx="20116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O(n log 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Backend: Python + FastAPI, each structure in its own testable module.  Frontend: React + Vite + Tailwind + shadcn/ui.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DETAILS — ALGORITHMS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Urgency formula &amp; scheduling strategies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D1E2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27632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0D2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urgency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10 × priority_weight
        + 100 / (1 + days_to_deadline)
        + 2 × estimated_hours
</a:t>
            </a:r>
            <a:r>
              <a:rPr lang="en-US" sz="1250" dirty="0">
                <a:solidFill>
                  <a:srgbClr val="FF7A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+ 40 if overdue else 0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score drives the priority heap and is what the scheduler maximizes.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172200" y="1463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SCHEDULING — 0/1 KNAPSACK, FOUR STRATEGIES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Greedy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0" y="1828800"/>
            <a:ext cx="1371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0" y="1828800"/>
            <a:ext cx="1051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331720"/>
            <a:ext cx="5394960" cy="502920"/>
          </a:xfrm>
          <a:prstGeom prst="rect">
            <a:avLst/>
          </a:prstGeom>
          <a:solidFill>
            <a:srgbClr val="1D1E29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Dynamic Programming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0" y="2331720"/>
            <a:ext cx="1371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O(n·W)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0" y="2331720"/>
            <a:ext cx="1051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2834640"/>
            <a:ext cx="2468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2834640"/>
            <a:ext cx="1371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O(2ⁿ)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0" y="2834640"/>
            <a:ext cx="1051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337560"/>
            <a:ext cx="5394960" cy="502920"/>
          </a:xfrm>
          <a:prstGeom prst="rect">
            <a:avLst/>
          </a:prstGeom>
          <a:solidFill>
            <a:srgbClr val="1D1E29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Branch &amp; Bound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3337560"/>
            <a:ext cx="1371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D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O(2ⁿ) worst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0" y="3337560"/>
            <a:ext cx="1051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0972800" cy="1508760"/>
          </a:xfrm>
          <a:prstGeom prst="roundRect">
            <a:avLst>
              <a:gd name="adj" fmla="val 5455"/>
            </a:avLst>
          </a:prstGeom>
          <a:solidFill>
            <a:srgbClr val="1D1E29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ADAPTIVE LEARNING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44805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</a:t>
            </a: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(100 − mastery) + 12, normalized over available hours, ordered weakest-first by heapsort. </a:t>
            </a:r>
            <a:r>
              <a:rPr lang="en-US" sz="130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unassessed concept is not treated as weak — it counts as 50% for time allocation only.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working screens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21031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Today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0" y="1508760"/>
            <a:ext cx="4937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task, specific reminders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18120" y="1508760"/>
            <a:ext cx="3063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 peek O(1)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0332720" cy="548640"/>
          </a:xfrm>
          <a:prstGeom prst="rect">
            <a:avLst/>
          </a:prstGeom>
          <a:solidFill>
            <a:srgbClr val="F4F3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43200" y="2057400"/>
            <a:ext cx="4937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By deadline or by urgency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18120" y="2057400"/>
            <a:ext cx="3063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AVL in-order / heap extract-max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Study Plan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4320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Fits tasks to available hours; races all 4 strategies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1812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Greedy / DP / BT / B&amp;B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10332720" cy="548640"/>
          </a:xfrm>
          <a:prstGeom prst="rect">
            <a:avLst/>
          </a:prstGeom>
          <a:solidFill>
            <a:srgbClr val="F4F3F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Resources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43200" y="3154680"/>
            <a:ext cx="4937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 a folder, search with autocomplete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18120" y="3154680"/>
            <a:ext cx="3063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Trie → hash → heap → heapsort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Progress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43200" y="3703320"/>
            <a:ext cx="4937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Mastery per topic, weakest concepts surfaced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18120" y="3703320"/>
            <a:ext cx="3063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 Learning Engine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10332720" cy="548640"/>
          </a:xfrm>
          <a:prstGeom prst="rect">
            <a:avLst/>
          </a:prstGeom>
          <a:solidFill>
            <a:srgbClr val="F4F3F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51960"/>
            <a:ext cx="21031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Algorithm Lab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43200" y="4251960"/>
            <a:ext cx="4937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Pick size + algorithms, run, get real numbers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18120" y="4251960"/>
            <a:ext cx="3063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everything, benchmarked live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21031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743200" y="4800600"/>
            <a:ext cx="49377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AVL tree, heap array, hash buckets, Trie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18120" y="4800600"/>
            <a:ext cx="30632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structure view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 PROGRESS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system complete — polish &amp; hardening ahead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D1E2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5349240" cy="502920"/>
          </a:xfrm>
          <a:prstGeom prst="rect">
            <a:avLst/>
          </a:prstGeom>
          <a:solidFill>
            <a:srgbClr val="00D2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3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Analyzer (urgency scoring)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5420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542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AVL Tree, Hash Table, Trie, Binary Heap, Heapsort — all hand-built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9809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9809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Resource Engine — local indexing + web fetch + ranking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4198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419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Scheduling Engine — Greedy / DP / Backtracking / Branch &amp; Bound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8587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Adaptive Learning Engine — mastery tracking &amp; weak-area shift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297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Reminders &amp; dashboard assembly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7365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736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Algorithm Lab — live benchmarking, searching/sorting/scheduling/growth curve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1755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175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7 frontend screens wired to the backend (27 endpoints)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56144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2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5614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160 unit + integration tests passing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146304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1D1E29"/>
          </a:solidFill>
          <a:ln/>
        </p:spPr>
      </p:sp>
      <p:sp>
        <p:nvSpPr>
          <p:cNvPr id="26" name="Shape 24"/>
          <p:cNvSpPr/>
          <p:nvPr/>
        </p:nvSpPr>
        <p:spPr>
          <a:xfrm>
            <a:off x="6080760" y="1463040"/>
            <a:ext cx="5349240" cy="502920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14630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3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REMAINING / FUTURE WORK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Persistence — no database yet, state is in-memory only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26151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29400" y="2615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Multi-user support &amp; authentication (currently one global store)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1272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29400" y="3127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Urgency re-aging — recompute automatically as deadlines approach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6393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29400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Indexed heap with decrease-key (avoid full O(n log n) rebuild per priority view request)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415137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29400" y="4151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quiz engine to replace self-reported mastery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4663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2940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 deployment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51755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629400" y="5175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UI polish &amp; full workspace automation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[1]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15087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Cormen, T. H., Leiserson, C. E., Rivest, R. L., &amp; Stein, C. (2009). Introduction to Algorithms (3rd ed.). MIT Press.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[2]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Adelson-Velsky, G. M., &amp; Landis, E. M. (1962). An algorithm for the organization of information. Soviet Mathematics Doklady.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[3]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4231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Williams, J. W. J. (1964). Algorithm 232 — Heapsort. Communications of the ACM.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[4]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Fredkin, E. (1960). Trie memory. Communications of the ACM.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[5]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3375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Ahead — AI-powered study planner.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[6]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7947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RealStudy — Study block planner.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[7]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2519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DK-PRACTICE — Adaptive learning research platform</a:t>
            </a:r>
            <a:r>
              <a:rPr lang="en-US" sz="120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[8]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7091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FastAPI documentation. [ https://fastapi.tiangolo.com 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166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[9]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51663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C4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shadcn/ui component library. [ https://ui.shadcn.com 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Replace bracketed entries with exact citations / URLs used in your report.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D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1303</Words>
  <Application>Microsoft Office PowerPoint</Application>
  <PresentationFormat>Widescreen</PresentationFormat>
  <Paragraphs>221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Courier New</vt:lpstr>
      <vt:lpstr>Georgia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neeraj moorthy</cp:lastModifiedBy>
  <cp:revision>6</cp:revision>
  <dcterms:created xsi:type="dcterms:W3CDTF">2026-08-19T03:57:40Z</dcterms:created>
  <dcterms:modified xsi:type="dcterms:W3CDTF">2026-08-19T05:46:48Z</dcterms:modified>
</cp:coreProperties>
</file>