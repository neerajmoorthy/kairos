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41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00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 Project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KAIROS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77240" y="2697480"/>
            <a:ext cx="128016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 Acquisition, Indexing, Ranking &amp; Optimized Scheduling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algorithm-driven academic productivity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10607040" cy="2331720"/>
          </a:xfrm>
          <a:prstGeom prst="roundRect">
            <a:avLst>
              <a:gd name="adj" fmla="val 3529"/>
            </a:avLst>
          </a:prstGeom>
          <a:solidFill>
            <a:srgbClr val="1D1E2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1051560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 [ Group No. 16 ]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46817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Surya Charan ] — [ Roll No. CB.AI.U4AID25009 ]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50657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Moorthy Neeraj ] — [ Roll No. CB.AI.U4AID25031 ]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54498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Sai Srikar ] — [ Roll No. CB.AI.U4AID25006 ]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58338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Sai Sathwik ] — [ Roll No. CB.AI.U4AID25041 ]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COURSE / GUIDE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</a:t>
            </a:r>
            <a:r>
              <a:rPr lang="en-IN" sz="1400" dirty="0">
                <a:solidFill>
                  <a:schemeClr val="bg1"/>
                </a:solidFill>
              </a:rPr>
              <a:t>23AID204 -- Advanced Data Structures &amp; Algorithm Analysis </a:t>
            </a: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5349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Guide: [ Dr Ardra P S ]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5760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Department of [ School of AI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MOTIVATION &amp;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Studying is hard to plan — even when the material already exists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4F3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520440" cy="56692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Students juggle multiple deadlines, scattered notes across folders, and no clear sense of what to study first or how much time it actually needs.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4F3F8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508760"/>
            <a:ext cx="3520440" cy="56692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5087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What's missing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Existing planners generate a schedule but treat it as a black box — no visibility into why a plan looks the way it does, and no adaptation when a student is clearly struggling with a specific concept.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50876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4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508760"/>
            <a:ext cx="3520440" cy="56692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5087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angle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8388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the planner on top of real, inspectable data structures and algorithms, so every decision — ranking, prioritizing, scheduling — can be shown and measured, not just claimed.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6C60887-CBC4-40E6-9AE9-F4E6E7BFB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4917" y="-284922"/>
            <a:ext cx="13205055" cy="742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72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existing tools stand today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515600" cy="38404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CATEGORY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83280" y="1508760"/>
            <a:ext cx="21945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EXAMPLES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0" y="1508760"/>
            <a:ext cx="6126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THEY ALREADY 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27432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study planners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0" y="1892808"/>
            <a:ext cx="21945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Ahead, RealStudy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892808"/>
            <a:ext cx="61264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Turn a syllabus / deadlines into study blocks based on priorities &amp; available hours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10515600" cy="7772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70048"/>
            <a:ext cx="27432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study assistants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2670048"/>
            <a:ext cx="21945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Ryko, StudyLumo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670048"/>
            <a:ext cx="61264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Planning + tutoring + quizzes bundled together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47288"/>
            <a:ext cx="27432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 learning research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3447288"/>
            <a:ext cx="21945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DK-PRACTICE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3447288"/>
            <a:ext cx="61264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Assesses knowledge gaps, recommends material based on knowledge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24528"/>
            <a:ext cx="10515600" cy="7772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24528"/>
            <a:ext cx="27432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 productivity apps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83280" y="4224528"/>
            <a:ext cx="21945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NowOne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4224528"/>
            <a:ext cx="61264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Tasks + calendar + files + progress tracking in one app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001768"/>
            <a:ext cx="27432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assignment planners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83280" y="5001768"/>
            <a:ext cx="21945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Emerging tools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5001768"/>
            <a:ext cx="61264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Assignment description → generated work plan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9618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Conclusion: the overall problem — deadline-driven study planning — is well covered. The gap is in how the plan is produced and justified.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RESEARCH GAP / NOVELTY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existing tools don't 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28216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Algorithm-first, not AI-black-box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508760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planners hide their logic behind an LLM call. Kairos makes the data structures themselves the computational core — inspectable and measurable.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15768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49631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resource intelligence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496312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Instead of only asking "what should I study?", it asks what already exists on your own machine that helps this specific task.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03320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4838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Algorithmic resource retrieval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483864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defined pipeline — Trie → Hash Index → Relevance Scoring → Heap → Top-K — replaces generic keyword search.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90872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4714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 scheduling + learning together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4471416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weak concept doesn't just get flagged — it reshapes the schedule and the reminders in the same pass.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678424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78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4589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Built-in Algorithm Lab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5458968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Performance claims ("Hash Table is faster") are benchmarked live on the actual dataset, not asserted.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sets out to 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73936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15568" y="1508760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 assignments, projects, deadlines &amp; academic tasks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1508760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9" name="Shape 7"/>
          <p:cNvSpPr/>
          <p:nvPr/>
        </p:nvSpPr>
        <p:spPr>
          <a:xfrm>
            <a:off x="6153912" y="1773936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6153912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56248" y="1508760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Analyze topic, deadline, priority &amp; estimated workload per task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706624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15568" y="2441448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and search local study resources (Trie + Hash Table)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441448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53912" y="2706624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6153912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56248" y="2441448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Retrieve supplementary web-based educational resources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74136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639312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15568" y="3374136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Organize tasks by deadline via a self-balancing AVL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3374136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153912" y="3639312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6153912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56248" y="3374136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Prioritize tasks &amp; rank resources via Binary Heap + Heapsort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06824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572000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15568" y="430682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 Greedy, DP, Backtracking &amp; Branch-and-Bound scheduling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4306824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153912" y="4572000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4" name="Text 32"/>
          <p:cNvSpPr/>
          <p:nvPr/>
        </p:nvSpPr>
        <p:spPr>
          <a:xfrm>
            <a:off x="6153912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56248" y="430682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 the learning plan to tracked progress &amp; weak concepts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239512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5504688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15568" y="5239512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workload- and deadline-aware reminders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89320" y="5239512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41" name="Shape 39"/>
          <p:cNvSpPr/>
          <p:nvPr/>
        </p:nvSpPr>
        <p:spPr>
          <a:xfrm>
            <a:off x="6153912" y="5504688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2" name="Text 40"/>
          <p:cNvSpPr/>
          <p:nvPr/>
        </p:nvSpPr>
        <p:spPr>
          <a:xfrm>
            <a:off x="6153912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556248" y="5239512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measurable, benchmarked evidence via an Algorithm Lab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WORKFLOW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pipeline, seven structures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Analyzer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urgency formula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00D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AVL Tree +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Hash Table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4942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store &amp; order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00D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534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Heap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9534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priority queue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6C5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4126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resource search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944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3232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6C5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718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Heapsort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8718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7824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FF7A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3310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3310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Greedy·DP·BT·B&amp;B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24128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42416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FF7A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7902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47902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weak-area shift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created → analyzed for urgency → inserted into AVL (by deadline), hash table (by id), heap (by urgency) → resources ranked → schedule optimized → plan adapts to weak areas.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61772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D1E29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FLOW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5074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 task  →  System indexes local + web resources  →  Ranked workspace assembled  →  Study plan generated  →  Progress logged  →  Plan &amp; reminders adapt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DETAILS — DATA STRUCTURES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Hand-built, not borrowed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6720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ACTUALLY DOES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05256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AVL Tree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Tasks keyed by (deadline, id); LL/RR/LR/RL rotations; in-order traversal; balance re-verified after 500 random inserts + 300 deletes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5256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O(log 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0515600" cy="7772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Hash Table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86000" y="260604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Separate chaining, hand-written djb2 hash, resizes at 0.75 load factor — Python's dict/hash() never used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O(1) avg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86000" y="338328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Sorted association-list children with binary search — lexicographic order for free; prefix + exact 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0" y="338328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O(m + k)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0515600" cy="7772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052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Max-Heap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286000" y="416052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Array-backed, hand-written sift-up/down, Floyd's O(n) build, non-destructive top-K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52560" y="416052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O(log 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Heapsort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286000" y="493776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Build-max-heap + n−1 swap/sift passes, in place; sorted() never called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Backend: Python + FastAPI, each structure in its own testable module.  Frontend: React + Vite + Tailwind + shadcn/ui.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DETAILS — 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Urgency formula &amp; scheduling strategies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D1E2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2763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urgency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10 × priority_weight
        + 100 / (1 + days_to_deadline)
        + 2 × estimated_hours
</a:t>
            </a:r>
            <a:r>
              <a:rPr lang="en-US" sz="12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+ 40 if overdue else 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score drives the priority heap and is what the scheduler maximizes.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SCHEDULING — 0/1 KNAPSACK, FOUR STRATEGIES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Greedy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0" y="1828800"/>
            <a:ext cx="1371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0" y="1828800"/>
            <a:ext cx="1051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331720"/>
            <a:ext cx="5394960" cy="502920"/>
          </a:xfrm>
          <a:prstGeom prst="rect">
            <a:avLst/>
          </a:prstGeom>
          <a:solidFill>
            <a:srgbClr val="1D1E29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Dynamic Programming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O(n·W)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0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2834640"/>
            <a:ext cx="2468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O(2ⁿ)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0" y="2834640"/>
            <a:ext cx="1051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337560"/>
            <a:ext cx="5394960" cy="502920"/>
          </a:xfrm>
          <a:prstGeom prst="rect">
            <a:avLst/>
          </a:prstGeom>
          <a:solidFill>
            <a:srgbClr val="1D1E29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Branch &amp; Bound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O(2ⁿ) worst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0" y="3337560"/>
            <a:ext cx="1051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0972800" cy="1508760"/>
          </a:xfrm>
          <a:prstGeom prst="roundRect">
            <a:avLst>
              <a:gd name="adj" fmla="val 5455"/>
            </a:avLst>
          </a:prstGeom>
          <a:solidFill>
            <a:srgbClr val="1D1E2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 LEARNING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480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(100 − mastery) + 12, normalized over available hours, ordered weakest-first by heapsort. </a:t>
            </a:r>
            <a:r>
              <a:rPr lang="en-US" sz="13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unassessed concept is not treated as weak — it counts as 50% for time allocation only.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working screens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task, specific reminders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18120" y="150876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peek O(1)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0332720" cy="5486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deadline or by urgency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18120" y="205740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AVL in-order / heap extract-max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Study Plan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Fits tasks to available hours; races all 4 strategies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 / DP / BT / B&amp;B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0332720" cy="5486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Resources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4320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a folder, search with autocomplete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315468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Trie → hash → heap → heapsort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Mastery per topic, weakest concepts surfaced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370332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 Learning Engine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10332720" cy="5486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5196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 Lab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43200" y="425196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 size + algorithms, run, get real numbers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everything, benchmarked live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743200" y="480060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AVL tree, heap array, hash buckets, Trie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18120" y="480060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structure view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12131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623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MEASURED RESULT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58978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Sorted-key insertion, n=10,000:  </a:t>
            </a:r>
            <a:r>
              <a:rPr lang="en-US" sz="1250" b="1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 BST height → 10,000, ~100× slower.   </a:t>
            </a:r>
            <a:r>
              <a:rPr lang="en-US" sz="1250" b="1" dirty="0">
                <a:solidFill>
                  <a:srgbClr val="00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AVL height stays at 14.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 PROGRESS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system complete — polish &amp; hardening ahead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D1E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349240" cy="502920"/>
          </a:xfrm>
          <a:prstGeom prst="rect">
            <a:avLst/>
          </a:prstGeom>
          <a:solidFill>
            <a:srgbClr val="00D2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Analyzer (urgency scoring)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AVL Tree, Hash Table, Trie, Binary Heap, Heapsort — all hand-built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809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980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Resource Engine — local indexing + web fetch + ranking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4198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Scheduling Engine — Greedy / DP / Backtracking / Branch &amp; Bound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858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 Learning Engine — mastery tracking &amp; weak-area shift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Reminders &amp; dashboard assembly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7365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 Lab — live benchmarking, searching/sorting/scheduling/growth curve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175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75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7 frontend screens wired to the backend (27 endpoints)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56144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5614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160 unit + integration tests passing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146304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D1E29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0760" y="1463040"/>
            <a:ext cx="5349240" cy="50292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14630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REMAINING / FUTURE 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Persistence — no database yet, state is in-memory only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6151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2615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Multi-user support &amp; authentication (currently one global store)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1272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Urgency re-aging — recompute automatically as deadlines approach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639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Indexed heap with decrease-key (avoid full O(n log n) rebuild per priority view request)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41513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29400" y="4151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quiz engine to replace self-reported mastery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4663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294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 deployment &amp; CORS hardening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5175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629400" y="5175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UI polish &amp; full workspace automation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[1]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508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Cormen, T. H., Leiserson, C. E., Rivest, R. L., &amp; Stein, C. (2009). Introduction to Algorithms (3rd ed.). MIT Press.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[2]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Adelson-Velsky, G. M., &amp; Landis, E. M. (1962). An algorithm for the organization of information. Soviet Mathematics Doklady.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[3]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423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Williams, J. W. J. (1964). Algorithm 232 — Heapsort. Communications of the ACM.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[4]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Fredkin, E. (1960). Trie memory. Communications of the ACM.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[5]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3375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Ahead — AI-powered study planner.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[6]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794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RealStudy — Study block planner.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[7]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2519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DK-PRACTICE — Adaptive learning research platform</a:t>
            </a:r>
            <a:r>
              <a:rPr lang="en-US" sz="120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[8]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709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FastAPI documentation. [ https://fastapi.tiangolo.com 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166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[9]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1663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shadcn/ui component library. [ https://ui.shadcn.com 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 bracketed entries with exact citations / URLs used in your report.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1548</Words>
  <Application>Microsoft Office PowerPoint</Application>
  <PresentationFormat>Widescreen</PresentationFormat>
  <Paragraphs>252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neeraj moorthy</cp:lastModifiedBy>
  <cp:revision>3</cp:revision>
  <dcterms:created xsi:type="dcterms:W3CDTF">2026-08-19T03:57:40Z</dcterms:created>
  <dcterms:modified xsi:type="dcterms:W3CDTF">2026-08-19T04:39:51Z</dcterms:modified>
</cp:coreProperties>
</file>